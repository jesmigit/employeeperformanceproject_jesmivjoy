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E28B8-6D2D-454B-AC3B-9B5561804261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1D609-020C-4D26-97B4-F8081C59D7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0743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31D609-020C-4D26-97B4-F8081C59D78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933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6656" y="1554798"/>
            <a:ext cx="8229600" cy="1143000"/>
          </a:xfrm>
        </p:spPr>
        <p:txBody>
          <a:bodyPr/>
          <a:lstStyle/>
          <a:p>
            <a:r>
              <a:rPr dirty="0">
                <a:solidFill>
                  <a:schemeClr val="accent2">
                    <a:lumMod val="75000"/>
                  </a:schemeClr>
                </a:solidFill>
              </a:rPr>
              <a:t>Employee Promotion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808" y="2807208"/>
            <a:ext cx="8229600" cy="1243584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Final Model Selection &amp; Business Impact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68" y="512066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sz="3600" dirty="0">
                <a:solidFill>
                  <a:schemeClr val="accent2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0664" y="1600201"/>
            <a:ext cx="8229600" cy="6675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Need for fair, data-driven promotion decisions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202307-5D36-6B32-BD8D-DD1FC7FBE2D2}"/>
              </a:ext>
            </a:extLst>
          </p:cNvPr>
          <p:cNvSpPr txBox="1"/>
          <p:nvPr/>
        </p:nvSpPr>
        <p:spPr>
          <a:xfrm>
            <a:off x="658368" y="2485066"/>
            <a:ext cx="7360920" cy="769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0"/>
              </a:spcBef>
              <a:buNone/>
              <a:defRPr sz="36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Objective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610375-7E80-E619-7BB1-3D8FBF798745}"/>
              </a:ext>
            </a:extLst>
          </p:cNvPr>
          <p:cNvSpPr txBox="1"/>
          <p:nvPr/>
        </p:nvSpPr>
        <p:spPr>
          <a:xfrm>
            <a:off x="740664" y="3131397"/>
            <a:ext cx="8065008" cy="147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spcBef>
                <a:spcPct val="20000"/>
              </a:spcBef>
              <a:buFont typeface="Arial"/>
              <a:buNone/>
              <a:defRPr sz="2400"/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To make a final decision on the most suitable machine learning algorithm for predicting employee performance (promotion eligibility) using historical HR data.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sz="3600" dirty="0">
                <a:solidFill>
                  <a:schemeClr val="accent2">
                    <a:lumMod val="75000"/>
                  </a:schemeClr>
                </a:solidFill>
              </a:rPr>
              <a:t>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6736"/>
            <a:ext cx="8229600" cy="4525963"/>
          </a:xfrm>
        </p:spPr>
        <p:txBody>
          <a:bodyPr vert="horz" lIns="91440" tIns="45720" rIns="91440" bIns="45720" rtlCol="0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sz="2400" dirty="0"/>
              <a:t>Logistic Regression</a:t>
            </a:r>
          </a:p>
          <a:p>
            <a:pPr marL="457200" indent="-457200">
              <a:buFont typeface="+mj-lt"/>
              <a:buAutoNum type="arabicPeriod"/>
            </a:pPr>
            <a:r>
              <a:rPr sz="2400" dirty="0"/>
              <a:t>Random Forest</a:t>
            </a:r>
          </a:p>
          <a:p>
            <a:pPr marL="457200" indent="-457200">
              <a:buFont typeface="+mj-lt"/>
              <a:buAutoNum type="arabicPeriod"/>
            </a:pPr>
            <a:r>
              <a:rPr sz="2400" dirty="0"/>
              <a:t>Gradient Boosting</a:t>
            </a: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US" sz="2400" dirty="0"/>
              <a:t>Each model was evaluated using: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Accuracy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Precision, Recall, F1-score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ROC–AUC Curve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Confusion Matrix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sz="3600" dirty="0">
                <a:solidFill>
                  <a:schemeClr val="accent2">
                    <a:lumMod val="75000"/>
                  </a:schemeClr>
                </a:solidFill>
              </a:rPr>
              <a:t>Final Model Selected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sz="2800" dirty="0"/>
              <a:t>Random Forest Classifier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DD824-EBA3-E321-903E-6FDE694B4C62}"/>
              </a:ext>
            </a:extLst>
          </p:cNvPr>
          <p:cNvSpPr txBox="1"/>
          <p:nvPr/>
        </p:nvSpPr>
        <p:spPr>
          <a:xfrm>
            <a:off x="457200" y="2476238"/>
            <a:ext cx="6126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Font typeface="Wingdings" panose="05000000000000000000" pitchFamily="2" charset="2"/>
              <a:buChar char="q"/>
            </a:pPr>
            <a:r>
              <a:rPr lang="en-US" sz="2400" dirty="0"/>
              <a:t>Why Random Forest </a:t>
            </a:r>
            <a:r>
              <a:rPr lang="en-IN" sz="2400" dirty="0"/>
              <a:t>Classifier?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09F20-1906-312B-FC27-01B79383F4A2}"/>
              </a:ext>
            </a:extLst>
          </p:cNvPr>
          <p:cNvSpPr txBox="1"/>
          <p:nvPr/>
        </p:nvSpPr>
        <p:spPr>
          <a:xfrm>
            <a:off x="91440" y="3138661"/>
            <a:ext cx="70317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IN" sz="2000" dirty="0"/>
              <a:t>Balanced Performance</a:t>
            </a:r>
            <a:endParaRPr lang="en-US" sz="2000" dirty="0"/>
          </a:p>
          <a:p>
            <a:pPr marL="800100" lvl="1" indent="-342900">
              <a:buFont typeface="+mj-lt"/>
              <a:buAutoNum type="arabicPeriod"/>
            </a:pPr>
            <a:r>
              <a:rPr lang="en-US" sz="2000" dirty="0"/>
              <a:t>Handles Real HR Data Effectively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/>
              <a:t>Business Interpretability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sz="2000" dirty="0"/>
              <a:t>Scalable &amp; Deployment-Friendly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30207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sz="3600" dirty="0">
                <a:solidFill>
                  <a:schemeClr val="accent2">
                    <a:lumMod val="75000"/>
                  </a:schemeClr>
                </a:solidFill>
              </a:rP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776" y="1499934"/>
            <a:ext cx="82296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sz="2400" dirty="0"/>
              <a:t>Fair &amp; Data-Driven Promotions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Improved Talent Retention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Strategic Workforce Planning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400" dirty="0"/>
              <a:t>Operational Efficiency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496" y="311531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sz="3600" dirty="0">
                <a:solidFill>
                  <a:schemeClr val="accent2">
                    <a:lumMod val="75000"/>
                  </a:schemeClr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496" y="1380744"/>
            <a:ext cx="82296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The Random Forest Classifier provides the most practical, accurate, and business-aligned solution for predicting employee performance and promotion eligibility.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It successfully bridges the gap between </a:t>
            </a:r>
            <a:r>
              <a:rPr lang="en-US" sz="2400" b="1" dirty="0"/>
              <a:t>advanced machine learning</a:t>
            </a:r>
            <a:r>
              <a:rPr lang="en-US" sz="2400" dirty="0"/>
              <a:t> and </a:t>
            </a:r>
            <a:r>
              <a:rPr lang="en-US" sz="2400" b="1" dirty="0"/>
              <a:t>real-world HR decision-making</a:t>
            </a:r>
            <a:r>
              <a:rPr lang="en-US" sz="2400" dirty="0"/>
              <a:t>, making it the ideal final model for this project.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155</Words>
  <Application>Microsoft Office PowerPoint</Application>
  <PresentationFormat>On-screen Show (4:3)</PresentationFormat>
  <Paragraphs>33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Wingdings</vt:lpstr>
      <vt:lpstr>Office Theme</vt:lpstr>
      <vt:lpstr>Employee Promotion Prediction</vt:lpstr>
      <vt:lpstr>Problem Statement</vt:lpstr>
      <vt:lpstr>Models Evaluated</vt:lpstr>
      <vt:lpstr>Final Model Selected</vt:lpstr>
      <vt:lpstr>Business Impact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Jesmi Joy</cp:lastModifiedBy>
  <cp:revision>19</cp:revision>
  <dcterms:created xsi:type="dcterms:W3CDTF">2013-01-27T09:14:16Z</dcterms:created>
  <dcterms:modified xsi:type="dcterms:W3CDTF">2025-12-17T07:11:10Z</dcterms:modified>
  <cp:category/>
</cp:coreProperties>
</file>